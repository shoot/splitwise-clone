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7"/>
  </p:handout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3795"/>
    <a:srgbClr val="A365D1"/>
    <a:srgbClr val="954ECA"/>
    <a:srgbClr val="AE78D6"/>
    <a:srgbClr val="C39B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83F109-5215-0235-7A91-5BF2FCE95F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CCD76B-E88A-BD90-576F-863462E58A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2C2065-683F-4287-A0BF-89C6BBD8C5DA}" type="datetimeFigureOut">
              <a:rPr lang="es-ES" smtClean="0"/>
              <a:t>19/02/2026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B79DC4-F556-0300-0F19-51A87B7621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C23596-347D-7E74-1C36-A94212D0A8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16CE64-96E9-4129-8BC1-E528D4F3C96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89170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61A0C-CCA8-A9E8-ACFC-82CD5B620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23A412-7742-C58F-5F4B-552CE06CC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A5CD-ED40-B5D8-AE62-DF1F2992FF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95027"/>
            <a:ext cx="2743200" cy="365125"/>
          </a:xfrm>
          <a:prstGeom prst="rect">
            <a:avLst/>
          </a:prstGeom>
        </p:spPr>
        <p:txBody>
          <a:bodyPr/>
          <a:lstStyle/>
          <a:p>
            <a:fld id="{5D5C0B0F-7CB8-43FF-8FBF-D7FCED8B8FA8}" type="datetimeFigureOut">
              <a:rPr lang="es-ES" smtClean="0"/>
              <a:t>19/02/2026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B3931-A742-7E94-CD8B-6CCF5905B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84597-C855-6180-5340-9FC85EF07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2A6D21B-04CA-4EA8-A633-DE2DB9BCC15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3251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66A62D4-9570-01D2-89C2-EE6345F76EFA}"/>
              </a:ext>
            </a:extLst>
          </p:cNvPr>
          <p:cNvSpPr/>
          <p:nvPr userDrawn="1"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5037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2D55A5-5F94-7940-5EBD-47D9BC378032}"/>
              </a:ext>
            </a:extLst>
          </p:cNvPr>
          <p:cNvSpPr/>
          <p:nvPr userDrawn="1"/>
        </p:nvSpPr>
        <p:spPr>
          <a:xfrm>
            <a:off x="10043487" y="226367"/>
            <a:ext cx="197201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i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Cascadia Code Light" panose="020B0609020000020004" pitchFamily="49" charset="0"/>
              </a:rPr>
              <a:t>Feb 20</a:t>
            </a:r>
            <a:r>
              <a:rPr lang="en-US" sz="2400" b="0" i="0" cap="none" spc="0" baseline="30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Cascadia Code Light" panose="020B0609020000020004" pitchFamily="49" charset="0"/>
              </a:rPr>
              <a:t>th</a:t>
            </a:r>
            <a:r>
              <a:rPr lang="en-US" sz="2400" b="0" i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Cascadia Code Light" panose="020B0609020000020004" pitchFamily="49" charset="0"/>
              </a:rPr>
              <a:t>, 2026</a:t>
            </a:r>
          </a:p>
        </p:txBody>
      </p:sp>
    </p:spTree>
    <p:extLst>
      <p:ext uri="{BB962C8B-B14F-4D97-AF65-F5344CB8AC3E}">
        <p14:creationId xmlns:p14="http://schemas.microsoft.com/office/powerpoint/2010/main" val="3359497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7D292-A3C0-4084-83D8-3FD52FD6C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1FD52-4AFD-1C8A-063C-8442EE83D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D7EB9-32E2-EE13-F0E8-61826BBF4D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95027"/>
            <a:ext cx="2743200" cy="365125"/>
          </a:xfrm>
          <a:prstGeom prst="rect">
            <a:avLst/>
          </a:prstGeom>
        </p:spPr>
        <p:txBody>
          <a:bodyPr/>
          <a:lstStyle/>
          <a:p>
            <a:fld id="{5D5C0B0F-7CB8-43FF-8FBF-D7FCED8B8FA8}" type="datetimeFigureOut">
              <a:rPr lang="es-ES" smtClean="0"/>
              <a:t>19/02/2026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16AE7-F1B4-F4D2-5B83-D7308C7DE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A0BFC-81B3-4200-AAC4-A9CC34792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2A6D21B-04CA-4EA8-A633-DE2DB9BCC15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5640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281C8-2DB1-AA86-F142-F6B45AD85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F7157-82D9-C6C9-43F2-184D8095AF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0046B7-C992-D095-EECE-7863DC1E8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515613-8D89-2A72-3572-FA14CB5F9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95027"/>
            <a:ext cx="2743200" cy="365125"/>
          </a:xfrm>
          <a:prstGeom prst="rect">
            <a:avLst/>
          </a:prstGeom>
        </p:spPr>
        <p:txBody>
          <a:bodyPr/>
          <a:lstStyle/>
          <a:p>
            <a:fld id="{5D5C0B0F-7CB8-43FF-8FBF-D7FCED8B8FA8}" type="datetimeFigureOut">
              <a:rPr lang="es-ES" smtClean="0"/>
              <a:t>19/02/2026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7DE0D-21FE-4C47-3A9A-E5DBDEEC8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AC151-1888-AA37-CBB7-3CCCA3A83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2A6D21B-04CA-4EA8-A633-DE2DB9BCC15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4338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4C39-5EDE-5211-DE61-B67A1E147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0C8EF-0368-2F9E-3AF2-F895C4E72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10B07C-4A0E-4CC9-E7E0-BB10521EB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78ACC-D7AD-B85A-4C0B-08D9E0D788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B335D2-98AE-3282-6ED5-11D1EABCE7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87CE53-C5BA-EAF6-ACAE-A04380E2A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95027"/>
            <a:ext cx="2743200" cy="365125"/>
          </a:xfrm>
          <a:prstGeom prst="rect">
            <a:avLst/>
          </a:prstGeom>
        </p:spPr>
        <p:txBody>
          <a:bodyPr/>
          <a:lstStyle/>
          <a:p>
            <a:fld id="{5D5C0B0F-7CB8-43FF-8FBF-D7FCED8B8FA8}" type="datetimeFigureOut">
              <a:rPr lang="es-ES" smtClean="0"/>
              <a:t>19/02/2026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322E54-E6A3-A6AF-C1D8-BB6F1A41B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554377-33E6-E6F3-090E-68D50D97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2A6D21B-04CA-4EA8-A633-DE2DB9BCC15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5622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27726-5409-9EA5-6124-405754ED1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DB93D6-6CA8-4F5F-998B-99B3515DED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95027"/>
            <a:ext cx="2743200" cy="365125"/>
          </a:xfrm>
          <a:prstGeom prst="rect">
            <a:avLst/>
          </a:prstGeom>
        </p:spPr>
        <p:txBody>
          <a:bodyPr/>
          <a:lstStyle/>
          <a:p>
            <a:fld id="{5D5C0B0F-7CB8-43FF-8FBF-D7FCED8B8FA8}" type="datetimeFigureOut">
              <a:rPr lang="es-ES" smtClean="0"/>
              <a:t>19/02/2026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039CF4-C118-160F-E5B2-C962A4F19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23D21D-336F-AD5D-7490-3E96F9F1B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2A6D21B-04CA-4EA8-A633-DE2DB9BCC15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543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046515-19AA-A7C0-C8E1-A47ED708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95027"/>
            <a:ext cx="2743200" cy="365125"/>
          </a:xfrm>
          <a:prstGeom prst="rect">
            <a:avLst/>
          </a:prstGeom>
        </p:spPr>
        <p:txBody>
          <a:bodyPr/>
          <a:lstStyle/>
          <a:p>
            <a:fld id="{5D5C0B0F-7CB8-43FF-8FBF-D7FCED8B8FA8}" type="datetimeFigureOut">
              <a:rPr lang="es-ES" smtClean="0"/>
              <a:t>19/02/2026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A76428-AEEA-3A6E-6001-DB9888EA2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97FE5-0515-96C3-AAF4-D4264E0B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2A6D21B-04CA-4EA8-A633-DE2DB9BCC15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9619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E3E19-C543-E325-8E90-C9984147B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7E862-A525-B671-1FD1-E9A3FC231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DE02C3-F192-718C-13F9-7B7860B98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B7C45-3284-A35A-D239-55C470F21C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95027"/>
            <a:ext cx="2743200" cy="365125"/>
          </a:xfrm>
          <a:prstGeom prst="rect">
            <a:avLst/>
          </a:prstGeom>
        </p:spPr>
        <p:txBody>
          <a:bodyPr/>
          <a:lstStyle/>
          <a:p>
            <a:fld id="{5D5C0B0F-7CB8-43FF-8FBF-D7FCED8B8FA8}" type="datetimeFigureOut">
              <a:rPr lang="es-ES" smtClean="0"/>
              <a:t>19/02/2026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7FDACC-4DD6-02F7-CB3D-231668EF0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640427-CBA3-4C69-8CA3-4939C7557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2A6D21B-04CA-4EA8-A633-DE2DB9BCC15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8803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D6D79-CF71-5580-77EA-B83B8095C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45456F-669D-BFB1-DC6A-FDE53A25E2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006C2-BD73-058F-4259-BCCD52118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B3D39-80C1-52CF-1002-1803F74DDA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95027"/>
            <a:ext cx="2743200" cy="365125"/>
          </a:xfrm>
          <a:prstGeom prst="rect">
            <a:avLst/>
          </a:prstGeom>
        </p:spPr>
        <p:txBody>
          <a:bodyPr/>
          <a:lstStyle/>
          <a:p>
            <a:fld id="{5D5C0B0F-7CB8-43FF-8FBF-D7FCED8B8FA8}" type="datetimeFigureOut">
              <a:rPr lang="es-ES" smtClean="0"/>
              <a:t>19/02/2026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DF4576-7EEF-BDEA-751C-0BBCA7D49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795F2-4A93-7099-816B-C02BA6FCF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2A6D21B-04CA-4EA8-A633-DE2DB9BCC15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9044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5AE69-A4AB-7588-4B88-2F54C95A9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4336ED-1AFC-F00C-42C1-B759444981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881A1-0424-295A-ACE8-7E15A5E1F0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95027"/>
            <a:ext cx="2743200" cy="365125"/>
          </a:xfrm>
          <a:prstGeom prst="rect">
            <a:avLst/>
          </a:prstGeom>
        </p:spPr>
        <p:txBody>
          <a:bodyPr/>
          <a:lstStyle/>
          <a:p>
            <a:fld id="{5D5C0B0F-7CB8-43FF-8FBF-D7FCED8B8FA8}" type="datetimeFigureOut">
              <a:rPr lang="es-ES" smtClean="0"/>
              <a:t>19/02/2026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B56C5-4B0E-EA3C-AEA3-AA860A732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87EC7-FD0A-5401-F7AE-7DBF77B74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2A6D21B-04CA-4EA8-A633-DE2DB9BCC15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723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B27BBA-5741-2629-9556-9D8AFE5191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E55D2A-41F4-829D-E9E8-21FB4CB33C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625AD-4EC7-7083-0D0E-5088A1367F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95027"/>
            <a:ext cx="2743200" cy="365125"/>
          </a:xfrm>
          <a:prstGeom prst="rect">
            <a:avLst/>
          </a:prstGeom>
        </p:spPr>
        <p:txBody>
          <a:bodyPr/>
          <a:lstStyle/>
          <a:p>
            <a:fld id="{5D5C0B0F-7CB8-43FF-8FBF-D7FCED8B8FA8}" type="datetimeFigureOut">
              <a:rPr lang="es-ES" smtClean="0"/>
              <a:t>19/02/2026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9BD9B-D781-7AFF-42A1-613B56ED0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A94B1-A5FC-58FA-AF65-34AD10021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2A6D21B-04CA-4EA8-A633-DE2DB9BCC15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6697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4893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26426EE-12B7-F8E5-6AD4-D9CC400F04A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5037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1A42B7-E210-B014-BAEC-076183686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26" b="22553"/>
          <a:stretch>
            <a:fillRect/>
          </a:stretch>
        </p:blipFill>
        <p:spPr>
          <a:xfrm>
            <a:off x="9255760" y="5777219"/>
            <a:ext cx="2779243" cy="10807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A99EA16-B680-544D-CBF4-FB4F9B2240B5}"/>
              </a:ext>
            </a:extLst>
          </p:cNvPr>
          <p:cNvSpPr/>
          <p:nvPr/>
        </p:nvSpPr>
        <p:spPr>
          <a:xfrm>
            <a:off x="2938244" y="2228671"/>
            <a:ext cx="6006773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dirty="0" err="1">
                <a:ln w="0"/>
                <a:solidFill>
                  <a:schemeClr val="bg1"/>
                </a:solidFill>
                <a:latin typeface="+mj-lt"/>
                <a:cs typeface="Cascadia Code Light" panose="020B0609020000020004" pitchFamily="49" charset="0"/>
              </a:rPr>
              <a:t>Splitwise</a:t>
            </a:r>
            <a:r>
              <a:rPr lang="en-US" sz="7200" dirty="0">
                <a:ln w="0"/>
                <a:solidFill>
                  <a:schemeClr val="bg1"/>
                </a:solidFill>
                <a:latin typeface="+mj-lt"/>
                <a:cs typeface="Cascadia Code Light" panose="020B0609020000020004" pitchFamily="49" charset="0"/>
              </a:rPr>
              <a:t> Clone</a:t>
            </a:r>
            <a:endParaRPr lang="en-US" sz="7200" b="0" cap="none" spc="0" dirty="0">
              <a:ln w="0"/>
              <a:solidFill>
                <a:schemeClr val="bg1"/>
              </a:solidFill>
              <a:latin typeface="+mj-lt"/>
              <a:cs typeface="Cascadia Code Light" panose="020B06090200000200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300DCD-E112-D1AF-C7BD-342735A47CA8}"/>
              </a:ext>
            </a:extLst>
          </p:cNvPr>
          <p:cNvSpPr/>
          <p:nvPr/>
        </p:nvSpPr>
        <p:spPr>
          <a:xfrm>
            <a:off x="3466433" y="3448948"/>
            <a:ext cx="495039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Cascadia Code Light" panose="020B0609020000020004" pitchFamily="49" charset="0"/>
              </a:rPr>
              <a:t>Product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866284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2BD3B7-DF57-1AD8-62FE-A43E03900D55}"/>
              </a:ext>
            </a:extLst>
          </p:cNvPr>
          <p:cNvSpPr/>
          <p:nvPr/>
        </p:nvSpPr>
        <p:spPr>
          <a:xfrm>
            <a:off x="210592" y="158487"/>
            <a:ext cx="196079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Cascadia Code Light" panose="020B0609020000020004" pitchFamily="49" charset="0"/>
              </a:rPr>
              <a:t>The Team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5439B4-CD55-23A6-3AAD-5E91E722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795" y="1219023"/>
            <a:ext cx="1627369" cy="1627369"/>
          </a:xfrm>
          <a:prstGeom prst="ellipse">
            <a:avLst/>
          </a:prstGeom>
          <a:ln w="28575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77E1492-1118-6AA5-B729-30189462F0E0}"/>
              </a:ext>
            </a:extLst>
          </p:cNvPr>
          <p:cNvSpPr/>
          <p:nvPr/>
        </p:nvSpPr>
        <p:spPr>
          <a:xfrm>
            <a:off x="4320212" y="2947035"/>
            <a:ext cx="275908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Cascadia Code Light" panose="020B0609020000020004" pitchFamily="49" charset="0"/>
              </a:rPr>
              <a:t>Aliaksandr Dudzinski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B36A9C-937F-97D3-312D-6CE799270096}"/>
              </a:ext>
            </a:extLst>
          </p:cNvPr>
          <p:cNvSpPr/>
          <p:nvPr/>
        </p:nvSpPr>
        <p:spPr>
          <a:xfrm>
            <a:off x="4536295" y="3370228"/>
            <a:ext cx="219803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Cascadia Code Light" panose="020B0609020000020004" pitchFamily="49" charset="0"/>
              </a:rPr>
              <a:t>Backend Developer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74EDB0-FC84-5AB7-233A-9DC2732AB8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0671" y="1219023"/>
            <a:ext cx="1627369" cy="1627369"/>
          </a:xfrm>
          <a:prstGeom prst="ellipse">
            <a:avLst/>
          </a:prstGeom>
          <a:ln w="28575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E59D311-F425-02BA-4097-77B2580D6AB7}"/>
              </a:ext>
            </a:extLst>
          </p:cNvPr>
          <p:cNvSpPr/>
          <p:nvPr/>
        </p:nvSpPr>
        <p:spPr>
          <a:xfrm>
            <a:off x="859408" y="2946420"/>
            <a:ext cx="241123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Cascadia Code Light" panose="020B0609020000020004" pitchFamily="49" charset="0"/>
              </a:rPr>
              <a:t>Daniel Vetencourt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3B7A98-EE08-50D4-AED7-78DC1CB69DB9}"/>
              </a:ext>
            </a:extLst>
          </p:cNvPr>
          <p:cNvSpPr/>
          <p:nvPr/>
        </p:nvSpPr>
        <p:spPr>
          <a:xfrm>
            <a:off x="1053655" y="3331141"/>
            <a:ext cx="186140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Cascadia Code Light" panose="020B0609020000020004" pitchFamily="49" charset="0"/>
              </a:rPr>
              <a:t>Project Manager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056412A-CE23-3122-2177-3CE40B6D33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90964" y="1219023"/>
            <a:ext cx="1627369" cy="1627369"/>
          </a:xfrm>
          <a:prstGeom prst="ellipse">
            <a:avLst/>
          </a:prstGeom>
          <a:ln w="28575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5778345-E90F-41EF-F231-4C33505B3DA9}"/>
              </a:ext>
            </a:extLst>
          </p:cNvPr>
          <p:cNvSpPr/>
          <p:nvPr/>
        </p:nvSpPr>
        <p:spPr>
          <a:xfrm>
            <a:off x="8631603" y="2967355"/>
            <a:ext cx="230864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Cascadia Code Light" panose="020B0609020000020004" pitchFamily="49" charset="0"/>
              </a:rPr>
              <a:t>Dias </a:t>
            </a:r>
            <a:r>
              <a:rPr lang="en-US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Cascadia Code Light" panose="020B0609020000020004" pitchFamily="49" charset="0"/>
              </a:rPr>
              <a:t>Sarkytbayev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Cascadia Code Light" panose="020B06090200000200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8D932E-75AA-67D9-77D4-C68DE0BA7238}"/>
              </a:ext>
            </a:extLst>
          </p:cNvPr>
          <p:cNvSpPr/>
          <p:nvPr/>
        </p:nvSpPr>
        <p:spPr>
          <a:xfrm>
            <a:off x="8977526" y="3361046"/>
            <a:ext cx="145424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Cascadia Code Light" panose="020B0609020000020004" pitchFamily="49" charset="0"/>
              </a:rPr>
              <a:t>QA Engineer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Cascadia Code Light" panose="020B0609020000020004" pitchFamily="49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4810217-7D95-6D4E-A4FD-6D5A42B0C7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0671" y="4030197"/>
            <a:ext cx="1627369" cy="1627369"/>
          </a:xfrm>
          <a:prstGeom prst="ellipse">
            <a:avLst/>
          </a:prstGeom>
          <a:ln w="28575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A56CC37-EB69-0773-4917-95D95D3C57DB}"/>
              </a:ext>
            </a:extLst>
          </p:cNvPr>
          <p:cNvSpPr/>
          <p:nvPr/>
        </p:nvSpPr>
        <p:spPr>
          <a:xfrm>
            <a:off x="885337" y="5758366"/>
            <a:ext cx="241765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Cascadia Code Light" panose="020B0609020000020004" pitchFamily="49" charset="0"/>
              </a:rPr>
              <a:t>Hamza </a:t>
            </a:r>
            <a:r>
              <a:rPr lang="en-US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Cascadia Code Light" panose="020B0609020000020004" pitchFamily="49" charset="0"/>
              </a:rPr>
              <a:t>Jaebak</a:t>
            </a:r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Cascadia Code Light" panose="020B0609020000020004" pitchFamily="49" charset="0"/>
              </a:rPr>
              <a:t> Ida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A9AD7F-FC86-47B1-2564-A4CDA32892F3}"/>
              </a:ext>
            </a:extLst>
          </p:cNvPr>
          <p:cNvSpPr/>
          <p:nvPr/>
        </p:nvSpPr>
        <p:spPr>
          <a:xfrm>
            <a:off x="938535" y="6142315"/>
            <a:ext cx="219803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Cascadia Code Light" panose="020B0609020000020004" pitchFamily="49" charset="0"/>
              </a:rPr>
              <a:t>Backend Developer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5F84F57-FB97-5381-0861-B1534C89F7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04795" y="4030197"/>
            <a:ext cx="1627369" cy="1627369"/>
          </a:xfrm>
          <a:prstGeom prst="ellipse">
            <a:avLst/>
          </a:prstGeom>
          <a:ln w="28575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2FB88A1-5C63-77BA-7C36-25690722BFCD}"/>
              </a:ext>
            </a:extLst>
          </p:cNvPr>
          <p:cNvSpPr/>
          <p:nvPr/>
        </p:nvSpPr>
        <p:spPr>
          <a:xfrm>
            <a:off x="4729457" y="5757594"/>
            <a:ext cx="181171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Cascadia Code Light" panose="020B0609020000020004" pitchFamily="49" charset="0"/>
              </a:rPr>
              <a:t>Mikita </a:t>
            </a:r>
            <a:r>
              <a:rPr lang="en-US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Cascadia Code Light" panose="020B0609020000020004" pitchFamily="49" charset="0"/>
              </a:rPr>
              <a:t>Voitsik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Cascadia Code Light" panose="020B0609020000020004" pitchFamily="49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A707D8-F808-CB12-7CD3-4899F051FEA7}"/>
              </a:ext>
            </a:extLst>
          </p:cNvPr>
          <p:cNvSpPr/>
          <p:nvPr/>
        </p:nvSpPr>
        <p:spPr>
          <a:xfrm>
            <a:off x="4502632" y="6142315"/>
            <a:ext cx="223170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Cascadia Code Light" panose="020B0609020000020004" pitchFamily="49" charset="0"/>
              </a:rPr>
              <a:t>Frontend Developer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3A0449C-24C9-3039-4211-9C4B6F347E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90964" y="4030197"/>
            <a:ext cx="1627369" cy="1627369"/>
          </a:xfrm>
          <a:prstGeom prst="ellipse">
            <a:avLst/>
          </a:prstGeom>
          <a:ln w="28575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88C02AC3-01E7-FB99-3D2A-D221E8CCB8A6}"/>
              </a:ext>
            </a:extLst>
          </p:cNvPr>
          <p:cNvSpPr/>
          <p:nvPr/>
        </p:nvSpPr>
        <p:spPr>
          <a:xfrm>
            <a:off x="8406380" y="5757594"/>
            <a:ext cx="275908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Cascadia Code Light" panose="020B0609020000020004" pitchFamily="49" charset="0"/>
              </a:rPr>
              <a:t>Aliaksandr Dudzinski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528CC8-BFB7-B380-A0E9-F62A5E016F95}"/>
              </a:ext>
            </a:extLst>
          </p:cNvPr>
          <p:cNvSpPr/>
          <p:nvPr/>
        </p:nvSpPr>
        <p:spPr>
          <a:xfrm>
            <a:off x="8616051" y="6142315"/>
            <a:ext cx="2177199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Cascadia Code Light" panose="020B0609020000020004" pitchFamily="49" charset="0"/>
              </a:rPr>
              <a:t>Backend &amp; DevOps</a:t>
            </a:r>
          </a:p>
        </p:txBody>
      </p:sp>
    </p:spTree>
    <p:extLst>
      <p:ext uri="{BB962C8B-B14F-4D97-AF65-F5344CB8AC3E}">
        <p14:creationId xmlns:p14="http://schemas.microsoft.com/office/powerpoint/2010/main" val="4005075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BE4AC-7DF0-3688-D13B-10919F2A5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3B233F-8F9B-0376-9D17-4A7DA4B22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618" y="1074370"/>
            <a:ext cx="2700050" cy="27000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1D7C4C8-C039-E8D2-2EF5-F9265939E515}"/>
              </a:ext>
            </a:extLst>
          </p:cNvPr>
          <p:cNvSpPr/>
          <p:nvPr/>
        </p:nvSpPr>
        <p:spPr>
          <a:xfrm>
            <a:off x="4713575" y="1407562"/>
            <a:ext cx="509466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Cascadia Code Light" panose="020B0609020000020004" pitchFamily="49" charset="0"/>
              </a:rPr>
              <a:t>We want an application that…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368038-E914-F2FB-8001-9D90A0FA496F}"/>
              </a:ext>
            </a:extLst>
          </p:cNvPr>
          <p:cNvSpPr/>
          <p:nvPr/>
        </p:nvSpPr>
        <p:spPr>
          <a:xfrm>
            <a:off x="3352465" y="2467050"/>
            <a:ext cx="390844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cap="none" spc="0" dirty="0">
                <a:ln w="0"/>
                <a:solidFill>
                  <a:schemeClr val="tx1"/>
                </a:solidFill>
                <a:latin typeface="+mj-lt"/>
                <a:cs typeface="Cascadia Code Light" panose="020B0609020000020004" pitchFamily="49" charset="0"/>
              </a:rPr>
              <a:t>Tracks share expenses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51ED04-71EF-CA6B-4559-8C2B1E891C60}"/>
              </a:ext>
            </a:extLst>
          </p:cNvPr>
          <p:cNvSpPr/>
          <p:nvPr/>
        </p:nvSpPr>
        <p:spPr>
          <a:xfrm>
            <a:off x="3352465" y="3102070"/>
            <a:ext cx="388920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cap="none" spc="0" dirty="0">
                <a:ln w="0"/>
                <a:solidFill>
                  <a:schemeClr val="tx1"/>
                </a:solidFill>
                <a:latin typeface="+mj-lt"/>
                <a:cs typeface="Cascadia Code Light" panose="020B0609020000020004" pitchFamily="49" charset="0"/>
              </a:rPr>
              <a:t>Manage private groups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6AD0AE-5139-C894-1868-6072BF9C74EA}"/>
              </a:ext>
            </a:extLst>
          </p:cNvPr>
          <p:cNvSpPr/>
          <p:nvPr/>
        </p:nvSpPr>
        <p:spPr>
          <a:xfrm>
            <a:off x="3352465" y="3757370"/>
            <a:ext cx="419217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cap="none" spc="0" dirty="0">
                <a:ln w="0"/>
                <a:solidFill>
                  <a:schemeClr val="tx1"/>
                </a:solidFill>
                <a:latin typeface="+mj-lt"/>
                <a:cs typeface="Cascadia Code Light" panose="020B0609020000020004" pitchFamily="49" charset="0"/>
              </a:rPr>
              <a:t>Simplify debt settlement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95E79F-0AE0-0234-94C3-1ED8C51E6C90}"/>
              </a:ext>
            </a:extLst>
          </p:cNvPr>
          <p:cNvSpPr/>
          <p:nvPr/>
        </p:nvSpPr>
        <p:spPr>
          <a:xfrm>
            <a:off x="3352465" y="4412670"/>
            <a:ext cx="495360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cap="none" spc="0" dirty="0">
                <a:ln w="0"/>
                <a:solidFill>
                  <a:schemeClr val="tx1"/>
                </a:solidFill>
                <a:latin typeface="+mj-lt"/>
                <a:cs typeface="Cascadia Code Light" panose="020B0609020000020004" pitchFamily="49" charset="0"/>
              </a:rPr>
              <a:t>Provides a fast and intuitive UI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2BA48C-F44B-79DF-1C64-6AABBF0ED777}"/>
              </a:ext>
            </a:extLst>
          </p:cNvPr>
          <p:cNvSpPr/>
          <p:nvPr/>
        </p:nvSpPr>
        <p:spPr>
          <a:xfrm>
            <a:off x="3352465" y="5047690"/>
            <a:ext cx="581761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1" dirty="0">
                <a:ln w="0"/>
                <a:latin typeface="+mj-lt"/>
                <a:cs typeface="Cascadia Code Light" panose="020B0609020000020004" pitchFamily="49" charset="0"/>
              </a:rPr>
              <a:t>Split the Cost, keep the Friendships!</a:t>
            </a:r>
            <a:endParaRPr lang="en-US" sz="2800" cap="none" spc="0" dirty="0">
              <a:ln w="0"/>
              <a:solidFill>
                <a:schemeClr val="tx1"/>
              </a:solidFill>
              <a:latin typeface="+mj-lt"/>
              <a:cs typeface="Cascadia Code Light" panose="020B0609020000020004" pitchFamily="49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0FDD797-E669-CAD7-9DA8-432331172E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63" y="3919710"/>
            <a:ext cx="2032360" cy="203236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C1218BA-27A9-7CC8-5D0C-3D875FF4F209}"/>
              </a:ext>
            </a:extLst>
          </p:cNvPr>
          <p:cNvSpPr/>
          <p:nvPr/>
        </p:nvSpPr>
        <p:spPr>
          <a:xfrm>
            <a:off x="148582" y="158487"/>
            <a:ext cx="25106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Cascadia Code Light" panose="020B0609020000020004" pitchFamily="49" charset="0"/>
              </a:rPr>
              <a:t>Original Idea</a:t>
            </a:r>
          </a:p>
        </p:txBody>
      </p:sp>
    </p:spTree>
    <p:extLst>
      <p:ext uri="{BB962C8B-B14F-4D97-AF65-F5344CB8AC3E}">
        <p14:creationId xmlns:p14="http://schemas.microsoft.com/office/powerpoint/2010/main" val="3946301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35519-B969-0D88-901C-13FEA4ED1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C9725D-F1A8-384C-CAF6-07EB0C4ECA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7" r="2833"/>
          <a:stretch>
            <a:fillRect/>
          </a:stretch>
        </p:blipFill>
        <p:spPr>
          <a:xfrm>
            <a:off x="148582" y="1605167"/>
            <a:ext cx="11836580" cy="368819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EF947AE-8747-345F-6793-E923C8A0284E}"/>
              </a:ext>
            </a:extLst>
          </p:cNvPr>
          <p:cNvSpPr/>
          <p:nvPr/>
        </p:nvSpPr>
        <p:spPr>
          <a:xfrm>
            <a:off x="148582" y="158487"/>
            <a:ext cx="432522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Cascadia Code Light" panose="020B0609020000020004" pitchFamily="49" charset="0"/>
              </a:rPr>
              <a:t>Architecture Overview</a:t>
            </a:r>
          </a:p>
        </p:txBody>
      </p:sp>
    </p:spTree>
    <p:extLst>
      <p:ext uri="{BB962C8B-B14F-4D97-AF65-F5344CB8AC3E}">
        <p14:creationId xmlns:p14="http://schemas.microsoft.com/office/powerpoint/2010/main" val="2689384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15B55-EF97-DD70-820A-9A1462E85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1DFD2E-AE1D-AA0B-4699-EDFA069F7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957" y="1736453"/>
            <a:ext cx="1396611" cy="169254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FA1D545-A82E-4D08-EEC1-C48A623F5E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2224" y="1651690"/>
            <a:ext cx="1862071" cy="18620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8AD431-738D-D9D5-6A47-C201861979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957" y="4231618"/>
            <a:ext cx="1396612" cy="13966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F7EBAE-480D-16DD-E140-152D5FF8D3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433" y="4231617"/>
            <a:ext cx="1396613" cy="13966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F08A65-B1BF-F340-A090-BAE3287A67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910" y="4196875"/>
            <a:ext cx="1431355" cy="14313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EC5E3F4-0FED-0E18-4D29-64C4E45578F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4951" y="1808479"/>
            <a:ext cx="1370582" cy="141224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2BAF77F-8E8F-0068-7E8A-23A6718D6B79}"/>
              </a:ext>
            </a:extLst>
          </p:cNvPr>
          <p:cNvSpPr/>
          <p:nvPr/>
        </p:nvSpPr>
        <p:spPr>
          <a:xfrm>
            <a:off x="601204" y="1992882"/>
            <a:ext cx="26116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Cascadia Code Light" panose="020B0609020000020004" pitchFamily="49" charset="0"/>
              </a:rPr>
              <a:t>Backend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B57FA6-EBB5-C4B1-D820-36FB8ACCF705}"/>
              </a:ext>
            </a:extLst>
          </p:cNvPr>
          <p:cNvSpPr/>
          <p:nvPr/>
        </p:nvSpPr>
        <p:spPr>
          <a:xfrm>
            <a:off x="557123" y="4464235"/>
            <a:ext cx="269977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Cascadia Code Light" panose="020B0609020000020004" pitchFamily="49" charset="0"/>
              </a:rPr>
              <a:t>Frontend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3AA67D-49BC-E400-5891-BBA931EE7BA2}"/>
              </a:ext>
            </a:extLst>
          </p:cNvPr>
          <p:cNvSpPr/>
          <p:nvPr/>
        </p:nvSpPr>
        <p:spPr>
          <a:xfrm>
            <a:off x="148582" y="158487"/>
            <a:ext cx="276870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Cascadia Code Light" panose="020B0609020000020004" pitchFamily="49" charset="0"/>
              </a:rPr>
              <a:t>Stack Chosen</a:t>
            </a:r>
          </a:p>
        </p:txBody>
      </p:sp>
    </p:spTree>
    <p:extLst>
      <p:ext uri="{BB962C8B-B14F-4D97-AF65-F5344CB8AC3E}">
        <p14:creationId xmlns:p14="http://schemas.microsoft.com/office/powerpoint/2010/main" val="321067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69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Alberto Vetencourt Alvarez</dc:creator>
  <cp:lastModifiedBy>Daniel Alberto Vetencourt Alvarez</cp:lastModifiedBy>
  <cp:revision>6</cp:revision>
  <dcterms:created xsi:type="dcterms:W3CDTF">2026-02-19T16:33:41Z</dcterms:created>
  <dcterms:modified xsi:type="dcterms:W3CDTF">2026-02-19T18:38:28Z</dcterms:modified>
</cp:coreProperties>
</file>